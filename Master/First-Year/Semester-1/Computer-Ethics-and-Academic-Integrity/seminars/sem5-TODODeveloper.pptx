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BD204-1446-7936-4B4D-F05E43E07BD2}" v="2" dt="2025-12-03T13:05:28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-MARIA BUNEA" userId="S::elena.bunea@stud.ubbcluj.ro::14c2ed43-c4d0-4345-a76b-57b50b6de6df" providerId="AD" clId="Web-{F1A82761-2981-4F90-8B01-80A23B8F1962}"/>
    <pc:docChg chg="modSld">
      <pc:chgData name="ELENA-MARIA BUNEA" userId="S::elena.bunea@stud.ubbcluj.ro::14c2ed43-c4d0-4345-a76b-57b50b6de6df" providerId="AD" clId="Web-{F1A82761-2981-4F90-8B01-80A23B8F1962}" dt="2024-12-03T08:03:22.198" v="0" actId="20577"/>
      <pc:docMkLst>
        <pc:docMk/>
      </pc:docMkLst>
      <pc:sldChg chg="modSp">
        <pc:chgData name="ELENA-MARIA BUNEA" userId="S::elena.bunea@stud.ubbcluj.ro::14c2ed43-c4d0-4345-a76b-57b50b6de6df" providerId="AD" clId="Web-{F1A82761-2981-4F90-8B01-80A23B8F1962}" dt="2024-12-03T08:03:22.198" v="0" actId="20577"/>
        <pc:sldMkLst>
          <pc:docMk/>
          <pc:sldMk cId="4020817189" sldId="257"/>
        </pc:sldMkLst>
        <pc:spChg chg="mod">
          <ac:chgData name="ELENA-MARIA BUNEA" userId="S::elena.bunea@stud.ubbcluj.ro::14c2ed43-c4d0-4345-a76b-57b50b6de6df" providerId="AD" clId="Web-{F1A82761-2981-4F90-8B01-80A23B8F1962}" dt="2024-12-03T08:03:22.198" v="0" actId="20577"/>
          <ac:spMkLst>
            <pc:docMk/>
            <pc:sldMk cId="4020817189" sldId="257"/>
            <ac:spMk id="2" creationId="{0B09A838-5ED0-A577-8D7C-47B9E798BA84}"/>
          </ac:spMkLst>
        </pc:spChg>
      </pc:sldChg>
    </pc:docChg>
  </pc:docChgLst>
  <pc:docChgLst>
    <pc:chgData name="DARIUS BORDEANU" userId="S::darius.bordeanu@stud.ubbcluj.ro::fccddcee-d8b3-47d7-9eb6-b31447aa1162" providerId="AD" clId="Web-{646BD204-1446-7936-4B4D-F05E43E07BD2}"/>
    <pc:docChg chg="modSld">
      <pc:chgData name="DARIUS BORDEANU" userId="S::darius.bordeanu@stud.ubbcluj.ro::fccddcee-d8b3-47d7-9eb6-b31447aa1162" providerId="AD" clId="Web-{646BD204-1446-7936-4B4D-F05E43E07BD2}" dt="2025-12-03T13:05:28.671" v="1" actId="20577"/>
      <pc:docMkLst>
        <pc:docMk/>
      </pc:docMkLst>
      <pc:sldChg chg="modSp">
        <pc:chgData name="DARIUS BORDEANU" userId="S::darius.bordeanu@stud.ubbcluj.ro::fccddcee-d8b3-47d7-9eb6-b31447aa1162" providerId="AD" clId="Web-{646BD204-1446-7936-4B4D-F05E43E07BD2}" dt="2025-12-03T13:05:28.671" v="1" actId="20577"/>
        <pc:sldMkLst>
          <pc:docMk/>
          <pc:sldMk cId="4020817189" sldId="257"/>
        </pc:sldMkLst>
        <pc:spChg chg="mod">
          <ac:chgData name="DARIUS BORDEANU" userId="S::darius.bordeanu@stud.ubbcluj.ro::fccddcee-d8b3-47d7-9eb6-b31447aa1162" providerId="AD" clId="Web-{646BD204-1446-7936-4B4D-F05E43E07BD2}" dt="2025-12-03T13:05:28.671" v="1" actId="20577"/>
          <ac:spMkLst>
            <pc:docMk/>
            <pc:sldMk cId="4020817189" sldId="257"/>
            <ac:spMk id="3" creationId="{F5C39390-D3AE-2CAF-24A7-304FE8CA73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E542-BA0D-D127-8B0A-BF4029812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C72C4-0011-AA82-9953-612C26F2F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7FF96-9BBF-E70D-3C72-10041DCB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E5518-FA16-D8EB-C8B7-36DC22DB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6E6E-7249-ED53-0E5C-F819EC45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48034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EEDF3-4F0D-A0C0-0A4E-2A52DA48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A75E0-88C6-016A-4456-5BDDA1651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C83FB-59D5-8C0B-8619-2CA9489CA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91E1A-B273-EA63-D18C-A7842B96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D66B-C30F-0BA6-92CF-5EB3D7D5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2073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F0CA-61CE-577F-BADB-5BDE4477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29F9C-FF00-1387-6F0F-41F728B0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63DA0-99D8-8295-C164-EA74903F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49730-7EDF-366F-1099-952B7F44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34F7-D4C3-04E1-8638-2487E5AB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40549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3F06-5616-3E96-2260-3D0D909E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C2AC1-F64D-7662-300F-F8BFB784F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B9C29-126A-6786-E60C-D17D7BE8F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E0BE2-E39E-A453-CFDF-353E6EB6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5123E-EF58-3171-30F6-53BD6E04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7D46B-9D8F-C17F-DB12-D56E1A69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75219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A834-F46E-38BE-79F4-216B82949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7CD21-3D37-5A9F-98F3-FE69A139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285B4-CC09-3665-21F9-4EB1FF557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81909-1C9D-493C-EECF-D4C97710D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26692-F452-1238-D642-799729272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0657B4-7A21-AE4E-1F54-7AB106BC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884AF-7556-3CA2-2548-C752119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4184F-8675-FDCA-4350-33245062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27928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6331-D912-9262-D1AA-F1C94137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81E7F-084A-7BAA-A0AB-0A246A42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9E87B-6C12-1907-D544-2CFB18DE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C27F9-8805-06DB-69F0-3F08FCCD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95474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28CA3-3617-D1E4-3E8E-506C91100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6BB1B-1980-6277-4417-C60CCCBE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9E4AC-655E-D9BF-5E02-C6B9A8A9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9414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0EC5-FBC1-CAFB-E41B-22D1B1B6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475A-8BB8-5A07-280C-E2760CB2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0EFF9-EC67-5F33-A326-7ECB41C42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E64B3-01DE-8EFF-A537-9E83C872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617C8-2A41-D428-B55E-21CCBF3F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AAC06-5FF5-D72C-38A9-EDD0916C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4485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A0FF-51C2-4912-F8E7-C0FF3BDF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2DB04-C149-2F0D-F4B3-18D335CAA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FAAC6-B66A-B5E7-530E-ECC30FE66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27C4-4494-71D3-A592-664CB165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6AA3D-ED21-B120-D7AD-F61F5220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45AF6-D78F-BFF1-FE08-D4CFC2F1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13739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5942-B189-76CB-DFFB-DA77B330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D19F0-C299-27B1-F81C-8B9477537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4F48F-BA76-BB51-DB62-19883EEAF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2CA58-2FE9-F085-006C-0DDE30A7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A60BA-5E3D-568B-6DC8-4CB0A292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65036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B5D21-152F-9F34-074A-93FF68901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B8ED9-7612-797E-A13B-A8437D862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BACB5-25F2-1AAB-C36B-ACCC4E8C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7B097-FC14-C5B8-BA12-21628955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407E6-D98A-CC51-92A7-1A9363F2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45196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41FC7-0343-2E0D-4A9C-72856959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A1334-ACBF-56E9-0BF7-A4750AFA7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1CA6-D96C-112F-58B5-41E6B5E81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972DC-721E-A44F-9503-56B9141CE1E0}" type="datetimeFigureOut">
              <a:rPr lang="en-RO" smtClean="0"/>
              <a:t>12/03/2025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3C0DC-2673-1944-A0C9-5D4943F4A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8EDDA-177B-F3E5-6763-04EFEBA27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62473-5E4A-D340-B398-484C4E6361A7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419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BD37-CED8-3C48-5E84-6E9EB8C9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O"/>
              <a:t>Seminar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1C844-3AE3-3ADD-9B95-A573DE0CC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RO"/>
              <a:t>Ethics of a software developer </a:t>
            </a:r>
          </a:p>
          <a:p>
            <a:r>
              <a:rPr lang="en-RO"/>
              <a:t>(see Course 7)</a:t>
            </a:r>
            <a:endParaRPr lang="en-RO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038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A838-5ED0-A577-8D7C-47B9E798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9390-D3AE-2CAF-24A7-304FE8CA7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RO"/>
              <a:t>Team construct a case study (see examples at courses)</a:t>
            </a:r>
          </a:p>
          <a:p>
            <a:pPr lvl="1"/>
            <a:r>
              <a:rPr lang="en-GB"/>
              <a:t>S</a:t>
            </a:r>
            <a:r>
              <a:rPr lang="en-RO"/>
              <a:t>tory</a:t>
            </a:r>
          </a:p>
          <a:p>
            <a:pPr lvl="1"/>
            <a:r>
              <a:rPr lang="en-GB"/>
              <a:t>Q</a:t>
            </a:r>
            <a:r>
              <a:rPr lang="en-RO"/>
              <a:t>uestions (ethical dilemmas)</a:t>
            </a:r>
          </a:p>
          <a:p>
            <a:pPr lvl="1"/>
            <a:r>
              <a:rPr lang="en-RO"/>
              <a:t>Answers (solutions to ethical dilemmas)</a:t>
            </a:r>
          </a:p>
          <a:p>
            <a:pPr marL="0" indent="0">
              <a:buNone/>
            </a:pPr>
            <a:r>
              <a:rPr lang="en-RO"/>
              <a:t>2. M</a:t>
            </a:r>
            <a:r>
              <a:rPr lang="en-GB"/>
              <a:t>a</a:t>
            </a:r>
            <a:r>
              <a:rPr lang="en-RO"/>
              <a:t>ke a poster (1 page): graphical &amp; text    </a:t>
            </a:r>
            <a:endParaRPr lang="en-RO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RO"/>
              <a:t>3. Voting process:</a:t>
            </a:r>
          </a:p>
          <a:p>
            <a:pPr lvl="1"/>
            <a:r>
              <a:rPr lang="en-GB"/>
              <a:t>P</a:t>
            </a:r>
            <a:r>
              <a:rPr lang="en-RO"/>
              <a:t>oster display</a:t>
            </a:r>
          </a:p>
          <a:p>
            <a:pPr lvl="1"/>
            <a:r>
              <a:rPr lang="en-GB"/>
              <a:t>E</a:t>
            </a:r>
            <a:r>
              <a:rPr lang="en-RO"/>
              <a:t>ach student will have one vote</a:t>
            </a:r>
          </a:p>
        </p:txBody>
      </p:sp>
    </p:spTree>
    <p:extLst>
      <p:ext uri="{BB962C8B-B14F-4D97-AF65-F5344CB8AC3E}">
        <p14:creationId xmlns:p14="http://schemas.microsoft.com/office/powerpoint/2010/main" val="402081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016ADA1DFAFA48AF65F94B16AE3FC6" ma:contentTypeVersion="12" ma:contentTypeDescription="Create a new document." ma:contentTypeScope="" ma:versionID="b250a786c8a27a8671878fde991ea2ff">
  <xsd:schema xmlns:xsd="http://www.w3.org/2001/XMLSchema" xmlns:xs="http://www.w3.org/2001/XMLSchema" xmlns:p="http://schemas.microsoft.com/office/2006/metadata/properties" xmlns:ns2="8898434f-f057-42d5-bce4-0b5a9aca959f" xmlns:ns3="efb1789d-98cc-491e-820a-b5f4c63bbcf8" targetNamespace="http://schemas.microsoft.com/office/2006/metadata/properties" ma:root="true" ma:fieldsID="b107c88fb18a2d878d9094235f9cf2f2" ns2:_="" ns3:_="">
    <xsd:import namespace="8898434f-f057-42d5-bce4-0b5a9aca959f"/>
    <xsd:import namespace="efb1789d-98cc-491e-820a-b5f4c63bbc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8434f-f057-42d5-bce4-0b5a9aca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1789d-98cc-491e-820a-b5f4c63bbcf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962476-73d0-49b5-a370-5d123df14e18}" ma:internalName="TaxCatchAll" ma:showField="CatchAllData" ma:web="efb1789d-98cc-491e-820a-b5f4c63bbc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98434f-f057-42d5-bce4-0b5a9aca959f">
      <Terms xmlns="http://schemas.microsoft.com/office/infopath/2007/PartnerControls"/>
    </lcf76f155ced4ddcb4097134ff3c332f>
    <TaxCatchAll xmlns="efb1789d-98cc-491e-820a-b5f4c63bbcf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4EE30C-8051-4488-9D2A-CDDE09E0436D}">
  <ds:schemaRefs>
    <ds:schemaRef ds:uri="8898434f-f057-42d5-bce4-0b5a9aca959f"/>
    <ds:schemaRef ds:uri="efb1789d-98cc-491e-820a-b5f4c63bbc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39219D-B0FE-4C2A-B024-754141C71137}">
  <ds:schemaRefs>
    <ds:schemaRef ds:uri="8898434f-f057-42d5-bce4-0b5a9aca959f"/>
    <ds:schemaRef ds:uri="a1923b71-5223-436b-869e-112f1bfb7e7e"/>
    <ds:schemaRef ds:uri="c916429d-1522-425c-94d3-ad6d0a9c03f3"/>
    <ds:schemaRef ds:uri="efb1789d-98cc-491e-820a-b5f4c63bbcf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61822E9-418A-4298-9398-1C78F00942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Seminar 5</vt:lpstr>
      <vt:lpstr>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5</dc:title>
  <dc:creator>SIMONA-CLAUDIA MOTOGNA</dc:creator>
  <cp:revision>1</cp:revision>
  <dcterms:created xsi:type="dcterms:W3CDTF">2023-11-27T07:37:56Z</dcterms:created>
  <dcterms:modified xsi:type="dcterms:W3CDTF">2025-12-03T13:05:31Z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0x0101002E016ADA1DFAFA48AF65F94B16AE3FC6</vt:lpwstr>
  </property>
  <property fmtid="{D5CDD505-2E9C-101B-9397-08002B2CF9AE}" pid="3" name="MediaServiceImageTags">
    <vt:lpwstr/>
  </property>
</Properties>
</file>